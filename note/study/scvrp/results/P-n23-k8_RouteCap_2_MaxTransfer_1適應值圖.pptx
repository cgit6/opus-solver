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5162D8-1676-869E-139E-711107619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2C479C-5A45-B8CE-D87C-732477F98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6AEAF6-0A33-6F97-CB70-640BAE46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999193-3D69-F298-D0D9-270643A6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C8C502-D584-9FD0-073D-40749454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6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21596-9E39-1501-E57A-8980D2D0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719EDE-4A6F-4EBA-58C5-A5B21868A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1BCE30-8781-C6A0-AF8C-98E8F62E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AE26B0-CC13-5186-58DE-41C29B3B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6B4A83-E6B1-DBCF-3B48-B3199B2B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62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205EBE-7631-7F0C-D6BB-207D80E2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A490C6-96AF-9707-CCCE-7E68FAC5E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B15998-BED2-0E12-7A98-6D620E41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849482-59AE-ABFB-638D-03309F26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43D495-D89C-3594-828E-DDFF2B01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06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AF1B9-D08F-B9FE-29BE-E0DAAC09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3516AF-82E2-225B-3100-305ADC509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D1AC4-DE18-8CE3-5761-3576AA7AB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0050F3-BA91-D737-4128-2FD4710F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A9183B-31D0-B21D-6049-DB87A362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3FD7EE-B971-F9CA-1EA6-8ED3ED01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68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448A5-9C07-C3D1-1E1B-2849A04D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A7F0AF-95D8-F8EC-DC9D-2AF4B2789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928045C-5ED5-D40D-BDA4-A51DF643A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CB887C-541C-99D7-747A-E618AC0C5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4551812-3EAE-C522-0334-6CD2252AF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149981C-D250-BBBB-A227-D1A28B05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0ED52C7-EAA1-FBC5-1B7C-E837CBFD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6C7A58E-6F79-C864-8732-1704E96E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81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9F826-9EF5-56EE-D4C6-C6D83AEF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5C817BE-0E69-35F7-A8BC-15AD5A81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8D13D7-B568-5C3F-4C0E-09F89ED1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3CD29C-34DB-0E02-8563-2AA60619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06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93358A2-015B-6F00-4036-F776BBA1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E019A13-C9B5-1211-CD4F-01E522E3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CB0531-D17A-583F-39A2-80A517B3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28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DBCE0-A34B-F90D-EF0A-3346AD0B5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3997A8-5082-05AA-4132-530E89A8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5D43E5-5B0D-0922-9BFB-7988D0A6D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77CA35-BFC1-474F-789B-DDF27251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92474D-FCE9-2129-3F67-6703D40C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3202FB-1066-C8CC-C73C-EF930E1B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7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3E60C7-1C75-711D-FF71-F520522E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6AD37A5-5491-CA43-A88E-B6C6AC5EB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4ED9D00-D0B0-4E08-EBE4-81BE1D929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3D34DC-B20B-9A56-7410-A28717C3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A3C521-CA59-E7B8-65BE-17082588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5165B-8125-7DEC-94F3-D984FF1C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68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12DECB-F6B1-B16E-84CE-F759482C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C19417A-5F3D-E150-28ED-7A25CFCAF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364DAE-99C6-9D7F-30D3-4E1FE171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E0E30D-FFA6-E1A7-8F0F-68B0FFC0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84C3E2-5F22-E9CF-67EC-515E3FD7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07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1EFE14E-8C30-29AA-DC9F-F31BE03B9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7BEA85-F2A4-EA91-2812-F572F9DA6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1A8FB2-8BB8-FCEA-3CE1-7EB5304D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249CC5-DDEB-9C44-F15D-56AF200BD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B59291-CCA0-8881-6D1F-B7FD8B1C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71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3A815B-94FF-E0EA-A8F7-0E508A0B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33761A-A449-0AB6-34DA-4ED9DE3B7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7DE622-A6F8-36BF-C842-1F799F32D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FA7F7-A113-4053-B2A8-ADE276CBB102}" type="datetimeFigureOut">
              <a:rPr lang="zh-TW" altLang="en-US" smtClean="0"/>
              <a:t>2024/1/29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C8FEDD-3329-A372-6235-AF3A9BE7E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2626AB-AFA1-A862-71FD-1C32CE405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FB40-9042-43AD-B2CD-11E79EC8F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48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1C05C5-A7AF-90C1-520A-E32E4B631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6CB872-C09B-0CDF-68D9-A4FEAC634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5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>
            <a:extLst>
              <a:ext uri="{FF2B5EF4-FFF2-40B4-BE49-F238E27FC236}">
                <a16:creationId xmlns:a16="http://schemas.microsoft.com/office/drawing/2014/main" id="{8C67D31B-F43B-87B1-A34C-9CB0125C9BDC}"/>
              </a:ext>
            </a:extLst>
          </p:cNvPr>
          <p:cNvGrpSpPr/>
          <p:nvPr/>
        </p:nvGrpSpPr>
        <p:grpSpPr>
          <a:xfrm>
            <a:off x="1705598" y="33116"/>
            <a:ext cx="8780804" cy="6824884"/>
            <a:chOff x="1705598" y="33116"/>
            <a:chExt cx="8780804" cy="6824884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18B5A2A6-5397-E999-62E9-9345A4088C93}"/>
                </a:ext>
              </a:extLst>
            </p:cNvPr>
            <p:cNvGrpSpPr/>
            <p:nvPr/>
          </p:nvGrpSpPr>
          <p:grpSpPr>
            <a:xfrm>
              <a:off x="1806109" y="33116"/>
              <a:ext cx="8579782" cy="3217418"/>
              <a:chOff x="-76868" y="509982"/>
              <a:chExt cx="11704344" cy="4389129"/>
            </a:xfrm>
          </p:grpSpPr>
          <p:pic>
            <p:nvPicPr>
              <p:cNvPr id="5" name="圖片 4" descr="一張含有 文字, 螢幕擷取畫面, 陳列, 圖表 的圖片&#10;&#10;自動產生的描述">
                <a:extLst>
                  <a:ext uri="{FF2B5EF4-FFF2-40B4-BE49-F238E27FC236}">
                    <a16:creationId xmlns:a16="http://schemas.microsoft.com/office/drawing/2014/main" id="{BFB4C49D-2C6B-A8C3-816A-20167CB9F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6868" y="509982"/>
                <a:ext cx="5852172" cy="4389129"/>
              </a:xfrm>
              <a:prstGeom prst="rect">
                <a:avLst/>
              </a:prstGeom>
            </p:spPr>
          </p:pic>
          <p:pic>
            <p:nvPicPr>
              <p:cNvPr id="7" name="圖片 6" descr="一張含有 文字, 螢幕擷取畫面, 陳列, 圖表 的圖片&#10;&#10;自動產生的描述">
                <a:extLst>
                  <a:ext uri="{FF2B5EF4-FFF2-40B4-BE49-F238E27FC236}">
                    <a16:creationId xmlns:a16="http://schemas.microsoft.com/office/drawing/2014/main" id="{09511840-1E20-D8C3-E66E-6FA1E1982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75304" y="509982"/>
                <a:ext cx="5852172" cy="4389129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C10DB32-E3B4-305D-B4F4-B31E2C93B96B}"/>
                </a:ext>
              </a:extLst>
            </p:cNvPr>
            <p:cNvGrpSpPr/>
            <p:nvPr/>
          </p:nvGrpSpPr>
          <p:grpSpPr>
            <a:xfrm>
              <a:off x="1806109" y="3387824"/>
              <a:ext cx="8579782" cy="3217419"/>
              <a:chOff x="243828" y="2999141"/>
              <a:chExt cx="11704344" cy="4389130"/>
            </a:xfrm>
          </p:grpSpPr>
          <p:pic>
            <p:nvPicPr>
              <p:cNvPr id="10" name="圖片 9" descr="一張含有 文字, 螢幕擷取畫面, 陳列, 數字 的圖片&#10;&#10;自動產生的描述">
                <a:extLst>
                  <a:ext uri="{FF2B5EF4-FFF2-40B4-BE49-F238E27FC236}">
                    <a16:creationId xmlns:a16="http://schemas.microsoft.com/office/drawing/2014/main" id="{6215A53C-37B4-3EFF-31A1-E715D8EC6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3828" y="2999142"/>
                <a:ext cx="5852172" cy="4389129"/>
              </a:xfrm>
              <a:prstGeom prst="rect">
                <a:avLst/>
              </a:prstGeom>
            </p:spPr>
          </p:pic>
          <p:pic>
            <p:nvPicPr>
              <p:cNvPr id="12" name="圖片 11" descr="一張含有 文字, 螢幕擷取畫面, 陳列, 圖表 的圖片&#10;&#10;自動產生的描述">
                <a:extLst>
                  <a:ext uri="{FF2B5EF4-FFF2-40B4-BE49-F238E27FC236}">
                    <a16:creationId xmlns:a16="http://schemas.microsoft.com/office/drawing/2014/main" id="{320A5FFB-CF36-703B-1426-F66CA7077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0" y="2999141"/>
                <a:ext cx="5852172" cy="4389129"/>
              </a:xfrm>
              <a:prstGeom prst="rect">
                <a:avLst/>
              </a:prstGeom>
            </p:spPr>
          </p:pic>
        </p:grp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AFB858D1-3E1B-7AF6-CAB0-5AEAFC8E5F98}"/>
                </a:ext>
              </a:extLst>
            </p:cNvPr>
            <p:cNvSpPr txBox="1"/>
            <p:nvPr/>
          </p:nvSpPr>
          <p:spPr>
            <a:xfrm>
              <a:off x="5255664" y="3136305"/>
              <a:ext cx="1610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CDELS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18D54A7-BE47-D0FB-E0C9-E3E8A98E057B}"/>
                </a:ext>
              </a:extLst>
            </p:cNvPr>
            <p:cNvSpPr txBox="1"/>
            <p:nvPr/>
          </p:nvSpPr>
          <p:spPr>
            <a:xfrm>
              <a:off x="5255664" y="6488668"/>
              <a:ext cx="1610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CDELSSA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8AA81F7A-E863-0AE5-C099-D2FFC294684D}"/>
                </a:ext>
              </a:extLst>
            </p:cNvPr>
            <p:cNvCxnSpPr>
              <a:cxnSpLocks/>
            </p:cNvCxnSpPr>
            <p:nvPr/>
          </p:nvCxnSpPr>
          <p:spPr>
            <a:xfrm>
              <a:off x="1705598" y="3555050"/>
              <a:ext cx="878080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4698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呂穗昇</dc:creator>
  <cp:lastModifiedBy>呂穗昇</cp:lastModifiedBy>
  <cp:revision>2</cp:revision>
  <dcterms:created xsi:type="dcterms:W3CDTF">2024-01-29T02:41:48Z</dcterms:created>
  <dcterms:modified xsi:type="dcterms:W3CDTF">2024-01-29T02:54:11Z</dcterms:modified>
</cp:coreProperties>
</file>